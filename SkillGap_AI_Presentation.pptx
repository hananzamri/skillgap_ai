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2" r:id="rId6"/>
    <p:sldId id="263" r:id="rId7"/>
    <p:sldId id="259" r:id="rId8"/>
    <p:sldId id="261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0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958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2926080"/>
            <a:ext cx="2286000" cy="2286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502920"/>
            <a:ext cx="12801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502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Open Source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234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SkillGap 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84048" y="2304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Career Analyzer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4048" y="2907792"/>
            <a:ext cx="25603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30632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resume PDF → Get a full career report in seconds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44805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Presented by: </a:t>
            </a:r>
            <a:r>
              <a:rPr lang="en-US" sz="1100" b="1" dirty="0">
                <a:solidFill>
                  <a:srgbClr val="FFFFFF"/>
                </a:solidFill>
              </a:rPr>
              <a:t>Hanan Zamri</a:t>
            </a:r>
            <a:r>
              <a:rPr lang="en-US" sz="1100" dirty="0">
                <a:solidFill>
                  <a:srgbClr val="475569"/>
                </a:solidFill>
              </a:rPr>
              <a:t>   |   </a:t>
            </a:r>
            <a:r>
              <a:rPr lang="en-US" sz="1100" dirty="0">
                <a:solidFill>
                  <a:srgbClr val="94A3B8"/>
                </a:solidFill>
              </a:rPr>
              <a:t>Sejong University  •  Introduction to Open Source Software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App Exist?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No Direction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Most graduates don't know which roles they qualify for or what skills they're actually missing.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💸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Advice is Expensive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Career counselors cost money. University centers are understaffed. Generic advice is everywhere — specific advice is rare.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06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2606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⏳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4505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Time is Wasted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92608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</a:rPr>
              <a:t>People spend months applying to the wrong roles, learning the wrong skills, and wondering why nothing is working.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</a:rPr>
              <a:t>SkillGap AI solves this — free, instant, personalized, based on your actual resume.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SkillGap AI Does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2231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PDF Upload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Drag &amp; drop any text-based resume PDF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5727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572768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64992" y="2231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Suitable Roles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64992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Job titles matched to your actual skills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57276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1572768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9632" y="1773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99632" y="2231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Skill Gaps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Specific missing skills employers want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08152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081528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" y="37398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Learning Path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0352" y="3995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5-step plan in the right order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08152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64008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64992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64992" y="37398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Job Suggestions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364992" y="3995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Tailored to your city or country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081528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35040" y="3081528"/>
            <a:ext cx="64008" cy="1325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99632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99632" y="37398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Readiness Score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99632" y="3995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score 0–100 — honest, not motivational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Tools Used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618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Reflex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883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≥ 0.6.0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76272" y="1682496"/>
            <a:ext cx="27432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31720" y="1664208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Full-stack Python web framework — UI and backend in pure Python, zero JavaScript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276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Claude 3.5 Haiku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25420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via OpenRouter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76272" y="2340864"/>
            <a:ext cx="27432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31720" y="2322576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The AI model that reads the resume and writes the career report — fast, cheap, structured output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950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6400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935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OpenRouter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2004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API Gateway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76272" y="2999232"/>
            <a:ext cx="27432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31720" y="2980944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Single API key to access Claude and other LLMs. Free tier is enough for a student project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3547872"/>
            <a:ext cx="6400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593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PyPDF2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3858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≥ 3.0.0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176272" y="3657600"/>
            <a:ext cx="27432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31720" y="3639312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Extracts plain text from uploaded PDF resumes — handles multi-page documents automatically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64008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4251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python-dotenv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" y="4517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≥ 1.0.0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76272" y="4315968"/>
            <a:ext cx="27432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331720" y="4297680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Loads OPENROUTER_API_KEY from .env so the key never gets hardcoded into source files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47472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skillgap_ai/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skillgap_ai/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skillgap_ai.py  # UI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state.py        # Logic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api.py          # AI call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assets/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screenshots/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demo/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.env                # API keys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rxconfig.py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README.md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554480"/>
            <a:ext cx="4709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69080" y="1554480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5196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api.py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195681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Builds the structured AI prompt with resume + location. Calls OpenRouter API → Claude 3.5 Haiku. Returns the raw text report.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69080" y="2670048"/>
            <a:ext cx="4709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9080" y="2670048"/>
            <a:ext cx="6400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2761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307238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Handles PDF upload, text extraction, AI call, regex parsing into 6 sections. Manages all app state (loading, error, results).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3785616"/>
            <a:ext cx="47091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69080" y="3785616"/>
            <a:ext cx="64008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1960" y="3877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skillgap_ai.py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51960" y="418795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All UI components — score ring, cards, bullet items, upload zone. Built with Reflex in pure Python. No JavaScript.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DEMO &amp; SCREENSHOTS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600200"/>
            <a:ext cx="26974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478024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78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Add screenshot from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assets/screenshots/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01_*.png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35478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Upload Screen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38221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Enter location + drop resume PDF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27832" y="1600200"/>
            <a:ext cx="26974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478024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478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Add screenshot from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assets/screenshots/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02_*.png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19272" y="35478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Score &amp; Advice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9272" y="38221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Readiness ring + personalized advice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08192" y="1600200"/>
            <a:ext cx="269748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478024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737360"/>
            <a:ext cx="2478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Add screenshot from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assets/screenshots/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03_*.png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99632" y="354787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Full Report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38221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Roles, gaps, path, suggestions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1879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99032" y="2011680"/>
            <a:ext cx="347472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694944" cy="6949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1115568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1115568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 PDF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07792"/>
            <a:ext cx="987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User drops resume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PDF into the 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347472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38528" y="1508760"/>
            <a:ext cx="694944" cy="6949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55648" y="2331720"/>
            <a:ext cx="1115568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55648" y="2331720"/>
            <a:ext cx="11155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19656" y="24505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Extract 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19656" y="2907792"/>
            <a:ext cx="987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PyPDF2 reads 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pages into plain text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70248" y="2011680"/>
            <a:ext cx="347472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74136" y="1508760"/>
            <a:ext cx="694944" cy="6949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74136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91256" y="2331720"/>
            <a:ext cx="1115568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91256" y="2331720"/>
            <a:ext cx="111556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55264" y="24505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Prompt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55264" y="2907792"/>
            <a:ext cx="987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Text + location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sent to Claude AI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05856" y="2011680"/>
            <a:ext cx="347472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9744" y="1508760"/>
            <a:ext cx="694944" cy="6949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9744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26864" y="2331720"/>
            <a:ext cx="1115568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26864" y="2331720"/>
            <a:ext cx="111556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90872" y="24505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Analyzes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90872" y="2907792"/>
            <a:ext cx="987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Claude 3.5 Haiku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generates the report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41464" y="2011680"/>
            <a:ext cx="347472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45352" y="1508760"/>
            <a:ext cx="694944" cy="6949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62472" y="2331720"/>
            <a:ext cx="1115568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62472" y="2331720"/>
            <a:ext cx="1115568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26480" y="24505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Parse Report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2907792"/>
            <a:ext cx="987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Regex splits 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into 6 clean sections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680960" y="1508760"/>
            <a:ext cx="694944" cy="6949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80960" y="15087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498080" y="2331720"/>
            <a:ext cx="1115568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498080" y="2331720"/>
            <a:ext cx="111556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62088" y="245059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Show Results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562088" y="2907792"/>
            <a:ext cx="987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Reflex renders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the career report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54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 /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In, What Comes 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📥 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📍 Location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5973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Any city or region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📄 Resume PDF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4838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Text-based PDF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4114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1148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📤  OUTPUT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28032" y="2121408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9472" y="212140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Suitable Roles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28032" y="2551176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255117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Skill Gaps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28032" y="2980944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9472" y="2980944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Learning Path (5 steps)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28032" y="3410712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341071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Job Suggestions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28032" y="3840480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384048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AI Career Advice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28032" y="4270248"/>
            <a:ext cx="37947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19472" y="42702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  Readiness Score (0–100) (predicted </a:t>
            </a:r>
            <a:r>
              <a:rPr lang="en-US" sz="1150">
                <a:solidFill>
                  <a:srgbClr val="1E293B"/>
                </a:solidFill>
              </a:rPr>
              <a:t>on ring)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CASES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Inputs &amp; Outputs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150608" y="292608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50608" y="40233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* Scores and outputs are illustrative — actual results depend on full resume content analyzed by Claude AI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HOW TO RUN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It Running Locally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36192"/>
            <a:ext cx="5303520" cy="34015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6928" y="166420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" y="166420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" y="166420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E7681"/>
                </a:solidFill>
              </a:rPr>
              <a:t>terminal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1920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Clone the repo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21031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github.com/YOUR/skillgap_ai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skillgap_ai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6517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virtual environment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0352" y="28346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venv venv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30175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33832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Install dependencies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35661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3931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Add your API key to .env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41148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"OPENROUTER_API_KEY=sk-..." &gt; .env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4480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Init + run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46634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reflex init &amp;&amp; reflex run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5361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</a:rPr>
              <a:t>Prerequisites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97880" y="204825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97880" y="2048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72200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3.11+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72200" y="2240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Check: python --version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97880" y="256946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97880" y="2569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72200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Node.js 18+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7614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Required by Reflex for frontend build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97880" y="309067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97880" y="30906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72200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OpenRouter key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2826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Free at openrouter.ai — no credit card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97880" y="36118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97880" y="3611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72200" y="35570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pip install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3803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Installs all 5 dependencies in one command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97880" y="41330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97880" y="4133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72200" y="40782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reflex init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72200" y="4325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One-time setup, ~60 seconds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897880" y="465429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97880" y="4654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72200" y="4599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browser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72200" y="4846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http://localhost:3000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LIMITATIONS &amp; FUTURE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What's Missing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402336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02336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Known Limitations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Scanned PDFs not supported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3774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Only text-based PDFs work with PyPDF2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761488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6883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AI can be wrong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29443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Claude may hallucinate — treat output as guidance, not fact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3328416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2552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Location is text-only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5112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Not connected to a live job database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895344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8221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No user accounts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407822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No login, no saved history — session resets on refresh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462272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3891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English works best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464515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Other languages may cause parsing failures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1572768"/>
            <a:ext cx="4069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1572768"/>
            <a:ext cx="406908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15727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 Future Improvements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28032" y="2194560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4920" y="21214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PDF report export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74920" y="23774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Download your career report as a PDF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2688336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74920" y="2615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Live job listings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74920" y="28712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Connect to JSearch API for real openings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28032" y="3182112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31089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Resume improvement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74920" y="33649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Suggest rewording for weak sections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8032" y="3675888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74920" y="36027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Analysis history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74920" y="38587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Track readiness score improvement over time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28032" y="4169664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74920" y="40965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Cover letter gen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74920" y="43525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Auto-draft a letter for a selected role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28032" y="4663440"/>
            <a:ext cx="137160" cy="1371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74920" y="45902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DOCX &amp; TXT support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074920" y="484632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Accept Word documents and plain text files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92608"/>
            <a:ext cx="1645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Why It Matters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A working full-stack Python web app — built with Reflex, Claude AI, PyPDF2, and OpenRouter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39696"/>
            <a:ext cx="8412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Solves a real problem — fresh graduates getting no career guidance and not knowing why they're being rejected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06624"/>
            <a:ext cx="8412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 Follows open source best practices — README, requirements.txt, LICENSE, documented code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73552"/>
            <a:ext cx="8412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2735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Tested </a:t>
            </a:r>
            <a:r>
              <a:rPr lang="en-US" sz="1200">
                <a:solidFill>
                  <a:srgbClr val="FFFFFF"/>
                </a:solidFill>
              </a:rPr>
              <a:t>with few </a:t>
            </a:r>
            <a:r>
              <a:rPr lang="en-US" sz="1200" dirty="0">
                <a:solidFill>
                  <a:srgbClr val="FFFFFF"/>
                </a:solidFill>
              </a:rPr>
              <a:t>sample cases — different backgrounds, locations, and experience levels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8412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8404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Simple to run — one virtual environment, five dependencies, two commands to get started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4572000"/>
            <a:ext cx="45720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0" y="45720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 — Happy to answer questions!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1064</Words>
  <Application>Microsoft Macintosh PowerPoint</Application>
  <PresentationFormat>On-screen Show (16:9)</PresentationFormat>
  <Paragraphs>211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SkillGap AI — Presentation</dc:title>
  <dc:subject>PptxGenJS Presentation</dc:subject>
  <dc:creator>Hanan Zamri</dc:creator>
  <cp:lastModifiedBy>NUR HANANMOHAMMAD ZAMRI</cp:lastModifiedBy>
  <cp:revision>3</cp:revision>
  <dcterms:created xsi:type="dcterms:W3CDTF">2026-06-07T10:22:51Z</dcterms:created>
  <dcterms:modified xsi:type="dcterms:W3CDTF">2026-06-08T03:37:39Z</dcterms:modified>
</cp:coreProperties>
</file>